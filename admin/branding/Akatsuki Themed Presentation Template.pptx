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B0B0F">
                  <a:alpha val="0"/>
                </a:srgbClr>
              </a:gs>
              <a:gs pos="100000">
                <a:srgbClr val="0B0B0F">
                  <a:alpha val="54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4064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b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false" i="false" strike="noStrike" u="none" sz="6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AKATSUKI TEMPLATE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58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D2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MATTE BLACK &amp; CRIMSON THEME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0"/>
          </a:blip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AGENDA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24000"/>
            <a:ext cx="762000" cy="508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5080000" cy="762000"/>
          </a:xfrm>
          <a:prstGeom prst="roundRect">
            <a:avLst>
              <a:gd name="adj" fmla="val 6666"/>
            </a:avLst>
          </a:prstGeom>
          <a:solidFill>
            <a:srgbClr val="1A1A22">
              <a:alpha val="70000"/>
            </a:srgbClr>
          </a:solidFill>
          <a:ln w="12700" cmpd="sng" cap="flat">
            <a:solidFill>
              <a:srgbClr val="D20A2E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25400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2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r>
              <a:rPr lang="en-US" b="false" i="false" strike="noStrike" u="none" sz="2000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  Core Principles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302000"/>
            <a:ext cx="5080000" cy="762000"/>
          </a:xfrm>
          <a:prstGeom prst="roundRect">
            <a:avLst>
              <a:gd name="adj" fmla="val 6666"/>
            </a:avLst>
          </a:prstGeom>
          <a:solidFill>
            <a:srgbClr val="1A1A22">
              <a:alpha val="70000"/>
            </a:srgbClr>
          </a:solidFill>
          <a:ln w="12700" cmpd="sng" cap="flat">
            <a:solidFill>
              <a:srgbClr val="D20A2E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25400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2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r>
              <a:rPr lang="en-US" b="false" i="false" strike="noStrike" u="none" sz="2000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  Market Analysis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318000"/>
            <a:ext cx="5080000" cy="762000"/>
          </a:xfrm>
          <a:prstGeom prst="roundRect">
            <a:avLst>
              <a:gd name="adj" fmla="val 6666"/>
            </a:avLst>
          </a:prstGeom>
          <a:solidFill>
            <a:srgbClr val="1A1A22">
              <a:alpha val="70000"/>
            </a:srgbClr>
          </a:solidFill>
          <a:ln w="12700" cmpd="sng" cap="flat">
            <a:solidFill>
              <a:srgbClr val="D20A2E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25400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2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r>
              <a:rPr lang="en-US" b="false" i="false" strike="noStrike" u="none" sz="2000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  Strategic Pillars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5334000"/>
            <a:ext cx="5080000" cy="762000"/>
          </a:xfrm>
          <a:prstGeom prst="roundRect">
            <a:avLst>
              <a:gd name="adj" fmla="val 6666"/>
            </a:avLst>
          </a:prstGeom>
          <a:solidFill>
            <a:srgbClr val="1A1A22">
              <a:alpha val="70000"/>
            </a:srgbClr>
          </a:solidFill>
          <a:ln w="12700" cmpd="sng" cap="flat">
            <a:solidFill>
              <a:srgbClr val="D20A2E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25400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2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r>
              <a:rPr lang="en-US" b="false" i="false" strike="noStrike" u="none" sz="2000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  Execution Plan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0"/>
          </a:blip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KEY POINTS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24000"/>
            <a:ext cx="762000" cy="508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6350000" cy="381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-279400" marL="279400">
              <a:lnSpc>
                <a:spcPct val="125000"/>
              </a:lnSpc>
              <a:buClr>
                <a:srgbClr val="F2F2F2"/>
              </a:buClr>
              <a:buChar char="•"/>
              <a:defRPr/>
            </a:pPr>
            <a:r>
              <a:rPr lang="en-US" b="true" i="false" strike="noStrike" u="none" sz="2200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First Key Concept</a:t>
            </a:r>
            <a:r>
              <a:rPr lang="en-US" b="false" i="false" strike="noStrike" u="none" sz="22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br>
              <a:rPr lang="en-US" b="false" i="false" strike="noStrike" u="none" sz="22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b="false" i="false" strike="noStrike" u="none" sz="18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Replace this with a brief description of your first main point.</a:t>
            </a:r>
            <a:r>
              <a:rPr lang="en-US" b="false" i="false" strike="noStrike" u="none" sz="22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lang="en-US" sz="1100"/>
          </a:p>
          <a:p>
            <a:pPr algn="l" indent="-279400" marL="279400">
              <a:lnSpc>
                <a:spcPct val="125000"/>
              </a:lnSpc>
              <a:buClr>
                <a:srgbClr val="F2F2F2"/>
              </a:buClr>
              <a:buChar char="•"/>
            </a:pPr>
            <a:r>
              <a:rPr lang="en-US" b="true" i="false" strike="noStrike" u="none" sz="2200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Second Important Metric</a:t>
            </a:r>
            <a:r>
              <a:rPr lang="en-US" b="false" i="false" strike="noStrike" u="none" sz="22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br>
              <a:rPr lang="en-US" b="false" i="false" strike="noStrike" u="none" sz="22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b="false" i="false" strike="noStrike" u="none" sz="18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Detail your second point here with clear, concise language.</a:t>
            </a:r>
            <a:r>
              <a:rPr lang="en-US" b="false" i="false" strike="noStrike" u="none" sz="22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</a:p>
          <a:p>
            <a:pPr algn="l" indent="-279400" marL="279400">
              <a:lnSpc>
                <a:spcPct val="125000"/>
              </a:lnSpc>
              <a:buClr>
                <a:srgbClr val="F2F2F2"/>
              </a:buClr>
              <a:buChar char="•"/>
            </a:pPr>
            <a:r>
              <a:rPr lang="en-US" b="true" i="false" strike="noStrike" u="none" sz="2200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Third Strategic Goal</a:t>
            </a:r>
            <a:r>
              <a:rPr lang="en-US" b="false" i="false" strike="noStrike" u="none" sz="22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br>
              <a:rPr lang="en-US" b="false" i="false" strike="noStrike" u="none" sz="22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b="false" i="false" strike="noStrike" u="none" sz="18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Outline the final core argument or objective for this slide.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874000" y="2032000"/>
            <a:ext cx="3302000" cy="3048000"/>
          </a:xfrm>
          <a:prstGeom prst="roundRect">
            <a:avLst>
              <a:gd name="adj" fmla="val 3333"/>
            </a:avLst>
          </a:prstGeom>
          <a:solidFill>
            <a:srgbClr val="1A1A22">
              <a:alpha val="90000"/>
            </a:srgbClr>
          </a:solidFill>
          <a:ln w="25400" cmpd="sng" cap="flat">
            <a:solidFill>
              <a:srgbClr val="D20A2E">
                <a:alpha val="5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000000">
                <a:alpha val="50000"/>
              </a:srgbClr>
            </a:outerShdw>
          </a:effectLst>
        </p:spPr>
        <p:txBody>
          <a:bodyPr anchor="t" rtlCol="false" anchorCtr="false" vert="horz" wrap="square" lIns="254000" rIns="254000" tIns="381000" bIns="254000">
            <a:normAutofit fontScale="100000" lnSpcReduction="1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D20A2E"/>
                </a:solidFill>
                <a:latin typeface="Bebas Neue"/>
                <a:ea typeface="Bebas Neue"/>
                <a:cs typeface="Bebas Neue"/>
                <a:sym typeface="Bebas Neue"/>
              </a:rPr>
              <a:t>TAKEAWAY</a:t>
            </a:r>
            <a:r>
              <a:rPr lang="en-US" b="false" i="false" strike="noStrike" u="none" sz="18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this callout box to highlight a critical insight, quote, or metric that needs special attention.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0000"/>
          </a:blip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63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COMPARISON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5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28283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OPTION A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858000" y="1905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OPTION B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78500" y="1905000"/>
            <a:ext cx="635000" cy="635000"/>
          </a:xfrm>
          <a:prstGeom prst="ellipse">
            <a:avLst/>
          </a:prstGeom>
          <a:solidFill>
            <a:srgbClr val="0B0B0F">
              <a:alpha val="100000"/>
            </a:srgbClr>
          </a:solidFill>
          <a:ln w="25400" cmpd="sng" cap="flat">
            <a:solidFill>
              <a:srgbClr val="D20A2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D20A2E"/>
                </a:solidFill>
                <a:latin typeface="Bebas Neue"/>
                <a:ea typeface="Bebas Neue"/>
                <a:cs typeface="Bebas Neue"/>
                <a:sym typeface="Bebas Neue"/>
              </a:rPr>
              <a:t>VS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921000"/>
            <a:ext cx="3810000" cy="762000"/>
          </a:xfrm>
          <a:prstGeom prst="roundRect">
            <a:avLst>
              <a:gd name="adj" fmla="val 6666"/>
            </a:avLst>
          </a:prstGeom>
          <a:solidFill>
            <a:srgbClr val="1A1A2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Baseline feature A1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858000" y="2921000"/>
            <a:ext cx="3810000" cy="762000"/>
          </a:xfrm>
          <a:prstGeom prst="roundRect">
            <a:avLst>
              <a:gd name="adj" fmla="val 6666"/>
            </a:avLst>
          </a:prstGeom>
          <a:solidFill>
            <a:srgbClr val="1A1A2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Enhanced feature B1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588000" y="31115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0B0B0F">
              <a:alpha val="100000"/>
            </a:srgbClr>
          </a:solidFill>
          <a:ln w="12700" cmpd="sng" cap="flat">
            <a:solidFill>
              <a:srgbClr val="64646E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475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696A0"/>
                </a:solidFill>
                <a:latin typeface="Bebas Neue"/>
                <a:ea typeface="Bebas Neue"/>
                <a:cs typeface="Bebas Neue"/>
                <a:sym typeface="Bebas Neue"/>
              </a:rPr>
              <a:t>SPEED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524000" y="3937000"/>
            <a:ext cx="3810000" cy="762000"/>
          </a:xfrm>
          <a:prstGeom prst="roundRect">
            <a:avLst>
              <a:gd name="adj" fmla="val 6666"/>
            </a:avLst>
          </a:prstGeom>
          <a:solidFill>
            <a:srgbClr val="1A1A2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Standard cost A2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858000" y="3937000"/>
            <a:ext cx="3810000" cy="762000"/>
          </a:xfrm>
          <a:prstGeom prst="roundRect">
            <a:avLst>
              <a:gd name="adj" fmla="val 6666"/>
            </a:avLst>
          </a:prstGeom>
          <a:solidFill>
            <a:srgbClr val="1A1A2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Premium cost B2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88000" y="41275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0B0B0F">
              <a:alpha val="100000"/>
            </a:srgbClr>
          </a:solidFill>
          <a:ln w="12700" cmpd="sng" cap="flat">
            <a:solidFill>
              <a:srgbClr val="64646E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475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696A0"/>
                </a:solidFill>
                <a:latin typeface="Bebas Neue"/>
                <a:ea typeface="Bebas Neue"/>
                <a:cs typeface="Bebas Neue"/>
                <a:sym typeface="Bebas Neue"/>
              </a:rPr>
              <a:t>COST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4953000"/>
            <a:ext cx="3810000" cy="762000"/>
          </a:xfrm>
          <a:prstGeom prst="roundRect">
            <a:avLst>
              <a:gd name="adj" fmla="val 6666"/>
            </a:avLst>
          </a:prstGeom>
          <a:solidFill>
            <a:srgbClr val="1A1A2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Local support A3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858000" y="4953000"/>
            <a:ext cx="3810000" cy="762000"/>
          </a:xfrm>
          <a:prstGeom prst="roundRect">
            <a:avLst>
              <a:gd name="adj" fmla="val 6666"/>
            </a:avLst>
          </a:prstGeom>
          <a:solidFill>
            <a:srgbClr val="1A1A2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support B3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88000" y="51435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0B0B0F">
              <a:alpha val="100000"/>
            </a:srgbClr>
          </a:solidFill>
          <a:ln w="12700" cmpd="sng" cap="flat">
            <a:solidFill>
              <a:srgbClr val="64646E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475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696A0"/>
                </a:solidFill>
                <a:latin typeface="Bebas Neue"/>
                <a:ea typeface="Bebas Neue"/>
                <a:cs typeface="Bebas Neue"/>
                <a:sym typeface="Bebas Neue"/>
              </a:rPr>
              <a:t>SUPPORT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0000"/>
          </a:blip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THREE PILLARS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24000"/>
            <a:ext cx="762000" cy="508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3048000" cy="3048000"/>
          </a:xfrm>
          <a:prstGeom prst="roundRect">
            <a:avLst>
              <a:gd name="adj" fmla="val 2500"/>
            </a:avLst>
          </a:prstGeom>
          <a:solidFill>
            <a:srgbClr val="1A1A22">
              <a:alpha val="80000"/>
            </a:srgbClr>
          </a:solidFill>
          <a:ln w="12700" cmpd="sng" cap="flat">
            <a:solidFill>
              <a:srgbClr val="3C3C46">
                <a:alpha val="5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60000"/>
              </a:srgbClr>
            </a:outerShdw>
          </a:effectLst>
        </p:spPr>
        <p:txBody>
          <a:bodyPr anchor="t" rtlCol="false" anchorCtr="false" vert="horz" wrap="square" lIns="254000" rIns="254000" tIns="50800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 spc="1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PILLAR ONE</a:t>
            </a:r>
            <a:r>
              <a:rPr lang="en-US" b="false" i="false" strike="noStrike" u="none" sz="1600" spc="1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Description of the first strategic pillar goes here. Keep it concise.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3048000" cy="762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048000" y="2286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62500" lnSpcReduction="1000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6400">
                <a:solidFill>
                  <a:srgbClr val="D20A2E">
                    <a:alpha val="20000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2540000"/>
            <a:ext cx="3048000" cy="3048000"/>
          </a:xfrm>
          <a:prstGeom prst="roundRect">
            <a:avLst>
              <a:gd name="adj" fmla="val 2500"/>
            </a:avLst>
          </a:prstGeom>
          <a:solidFill>
            <a:srgbClr val="1A1A22">
              <a:alpha val="80000"/>
            </a:srgbClr>
          </a:solidFill>
          <a:ln w="12700" cmpd="sng" cap="flat">
            <a:solidFill>
              <a:srgbClr val="3C3C46">
                <a:alpha val="5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60000"/>
              </a:srgbClr>
            </a:outerShdw>
          </a:effectLst>
        </p:spPr>
        <p:txBody>
          <a:bodyPr anchor="t" rtlCol="false" anchorCtr="false" vert="horz" wrap="square" lIns="254000" rIns="254000" tIns="50800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 spc="1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PILLAR TWO</a:t>
            </a:r>
            <a:r>
              <a:rPr lang="en-US" b="false" i="false" strike="noStrike" u="none" sz="1600" spc="1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Description of the second strategic pillar goes here. Keep it concise.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0" y="2540000"/>
            <a:ext cx="3048000" cy="762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286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62500" lnSpcReduction="1000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6400">
                <a:solidFill>
                  <a:srgbClr val="D20A2E">
                    <a:alpha val="20000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2540000"/>
            <a:ext cx="3048000" cy="3048000"/>
          </a:xfrm>
          <a:prstGeom prst="roundRect">
            <a:avLst>
              <a:gd name="adj" fmla="val 2500"/>
            </a:avLst>
          </a:prstGeom>
          <a:solidFill>
            <a:srgbClr val="1A1A22">
              <a:alpha val="80000"/>
            </a:srgbClr>
          </a:solidFill>
          <a:ln w="12700" cmpd="sng" cap="flat">
            <a:solidFill>
              <a:srgbClr val="3C3C46">
                <a:alpha val="5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60000"/>
              </a:srgbClr>
            </a:outerShdw>
          </a:effectLst>
        </p:spPr>
        <p:txBody>
          <a:bodyPr anchor="t" rtlCol="false" anchorCtr="false" vert="horz" wrap="square" lIns="254000" rIns="254000" tIns="50800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 spc="1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PILLAR THREE</a:t>
            </a:r>
            <a:r>
              <a:rPr lang="en-US" b="false" i="false" strike="noStrike" u="none" sz="1600" spc="1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Description of the third strategic pillar goes here. Keep it concise.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540000"/>
            <a:ext cx="3048000" cy="762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0" y="2286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62500" lnSpcReduction="10000"/>
          </a:bodyPr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6400">
                <a:solidFill>
                  <a:srgbClr val="D20A2E">
                    <a:alpha val="20000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0000"/>
          </a:blip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4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PROCESS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5000" y="1524000"/>
            <a:ext cx="762000" cy="508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048000"/>
            <a:ext cx="1778000" cy="762000"/>
          </a:xfrm>
          <a:prstGeom prst="chevron">
            <a:avLst/>
          </a:prstGeom>
          <a:solidFill>
            <a:srgbClr val="28283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STEP 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21000" y="3048000"/>
            <a:ext cx="1778000" cy="762000"/>
          </a:xfrm>
          <a:prstGeom prst="chevron">
            <a:avLst/>
          </a:prstGeom>
          <a:solidFill>
            <a:srgbClr val="46283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STEP 02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826000" y="3048000"/>
            <a:ext cx="1778000" cy="762000"/>
          </a:xfrm>
          <a:prstGeom prst="chevron">
            <a:avLst/>
          </a:prstGeom>
          <a:solidFill>
            <a:srgbClr val="6E1E3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STEP 03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31000" y="3048000"/>
            <a:ext cx="1778000" cy="762000"/>
          </a:xfrm>
          <a:prstGeom prst="chevron">
            <a:avLst/>
          </a:prstGeom>
          <a:solidFill>
            <a:srgbClr val="A0143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STEP 04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636000" y="3048000"/>
            <a:ext cx="1778000" cy="762000"/>
          </a:xfrm>
          <a:prstGeom prst="chevron">
            <a:avLst/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STEP 05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31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A simple 5-step flow showing linear progression.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0000"/>
          </a:blip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032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7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0">
                <a:solidFill>
                  <a:srgbClr val="D20A2E"/>
                </a:solidFill>
                <a:latin typeface="Bebas Neue"/>
                <a:ea typeface="Bebas Neue"/>
                <a:cs typeface="Bebas Neue"/>
                <a:sym typeface="Bebas Neue"/>
              </a:rPr>
              <a:t>99.9%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55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EFFICIENCY METRIC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4445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646E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286000" y="4826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layout is perfect for dropping a massive statistic, a profound quote, or a critical KPI that you want the audience to remember.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0B0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048000"/>
            <a:ext cx="12192000" cy="1524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D20A2E">
                  <a:alpha val="0"/>
                </a:srgbClr>
              </a:gs>
              <a:gs pos="50000">
                <a:srgbClr val="D20A2E">
                  <a:alpha val="30000"/>
                </a:srgbClr>
              </a:gs>
              <a:gs pos="100000">
                <a:srgbClr val="D20A2E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175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72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SECTION TITLE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44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2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 SUBTITLE TAGLINE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0000"/>
          </a:blip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925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IMAGE SHOWCASE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24000"/>
            <a:ext cx="762000" cy="508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4572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this layout to showcase a high-quality illustration, product shot, or diagram.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image is positioned prominently on the right side, balanced by the descriptive text on the left.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410" b="410"/>
          <a:stretch>
            <a:fillRect/>
          </a:stretch>
        </p:blipFill>
        <p:spPr>
          <a:xfrm rot="0" flipH="false" flipV="false">
            <a:off x="6096000" y="1524000"/>
            <a:ext cx="5080000" cy="3378200"/>
          </a:xfrm>
          <a:prstGeom prst="roundRect">
            <a:avLst>
              <a:gd name="adj" fmla="val 3007"/>
            </a:avLst>
          </a:prstGeom>
          <a:noFill/>
          <a:ln w="12700" cmpd="sng" cap="flat">
            <a:solidFill>
              <a:srgbClr val="3C3C46">
                <a:alpha val="5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8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0000"/>
          </a:blip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76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2x2 MATRIX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24000"/>
            <a:ext cx="762000" cy="508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2032000"/>
            <a:ext cx="3556000" cy="1905000"/>
          </a:xfrm>
          <a:prstGeom prst="roundRect">
            <a:avLst>
              <a:gd name="adj" fmla="val 4000"/>
            </a:avLst>
          </a:prstGeom>
          <a:solidFill>
            <a:srgbClr val="1A1A22">
              <a:alpha val="80000"/>
            </a:srgbClr>
          </a:solidFill>
          <a:ln w="12700" cmpd="sng" cap="flat">
            <a:solidFill>
              <a:srgbClr val="D20A2E">
                <a:alpha val="50000"/>
              </a:srgbClr>
            </a:solidFill>
            <a:prstDash val="solid"/>
            <a:round/>
          </a:ln>
        </p:spPr>
        <p:txBody>
          <a:bodyPr anchor="t" rtlCol="false" anchorCtr="false" vert="horz" wrap="square" lIns="254000" rIns="254000" tIns="25400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 spc="1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QUADRANT ONE</a:t>
            </a:r>
            <a:r>
              <a:rPr lang="en-US" b="false" i="false" strike="noStrike" u="none" sz="1600" spc="1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Details for the top-left quadrant.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0" y="2032000"/>
            <a:ext cx="3556000" cy="1905000"/>
          </a:xfrm>
          <a:prstGeom prst="roundRect">
            <a:avLst>
              <a:gd name="adj" fmla="val 4000"/>
            </a:avLst>
          </a:prstGeom>
          <a:solidFill>
            <a:srgbClr val="1A1A22">
              <a:alpha val="80000"/>
            </a:srgbClr>
          </a:solidFill>
          <a:ln w="12700" cmpd="sng" cap="flat">
            <a:solidFill>
              <a:srgbClr val="3C3C46">
                <a:alpha val="50000"/>
              </a:srgbClr>
            </a:solidFill>
            <a:prstDash val="solid"/>
            <a:round/>
          </a:ln>
        </p:spPr>
        <p:txBody>
          <a:bodyPr anchor="t" rtlCol="false" anchorCtr="false" vert="horz" wrap="square" lIns="254000" rIns="254000" tIns="25400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 spc="1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QUADRANT TWO</a:t>
            </a:r>
            <a:r>
              <a:rPr lang="en-US" b="false" i="false" strike="noStrike" u="none" sz="1600" spc="1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Details for the top-right quadrant.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4191000"/>
            <a:ext cx="3556000" cy="1905000"/>
          </a:xfrm>
          <a:prstGeom prst="roundRect">
            <a:avLst>
              <a:gd name="adj" fmla="val 4000"/>
            </a:avLst>
          </a:prstGeom>
          <a:solidFill>
            <a:srgbClr val="1A1A22">
              <a:alpha val="80000"/>
            </a:srgbClr>
          </a:solidFill>
          <a:ln w="12700" cmpd="sng" cap="flat">
            <a:solidFill>
              <a:srgbClr val="3C3C46">
                <a:alpha val="50000"/>
              </a:srgbClr>
            </a:solidFill>
            <a:prstDash val="solid"/>
            <a:round/>
          </a:ln>
        </p:spPr>
        <p:txBody>
          <a:bodyPr anchor="t" rtlCol="false" anchorCtr="false" vert="horz" wrap="square" lIns="254000" rIns="254000" tIns="25400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 spc="1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QUADRANT THREE</a:t>
            </a:r>
            <a:r>
              <a:rPr lang="en-US" b="false" i="false" strike="noStrike" u="none" sz="1600" spc="1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Details for the bottom-left quadrant.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4191000"/>
            <a:ext cx="3556000" cy="1905000"/>
          </a:xfrm>
          <a:prstGeom prst="roundRect">
            <a:avLst>
              <a:gd name="adj" fmla="val 4000"/>
            </a:avLst>
          </a:prstGeom>
          <a:solidFill>
            <a:srgbClr val="1A1A22">
              <a:alpha val="80000"/>
            </a:srgbClr>
          </a:solidFill>
          <a:ln w="12700" cmpd="sng" cap="flat">
            <a:solidFill>
              <a:srgbClr val="D20A2E">
                <a:alpha val="50000"/>
              </a:srgbClr>
            </a:solidFill>
            <a:prstDash val="solid"/>
            <a:round/>
          </a:ln>
        </p:spPr>
        <p:txBody>
          <a:bodyPr anchor="t" rtlCol="false" anchorCtr="false" vert="horz" wrap="square" lIns="254000" rIns="254000" tIns="25400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 spc="1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QUADRANT FOUR</a:t>
            </a:r>
            <a:r>
              <a:rPr lang="en-US" b="false" i="false" strike="noStrike" u="none" sz="1600" spc="1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C9C9C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Details for the bottom-right quadrant.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69000" y="2032000"/>
            <a:ext cx="25400" cy="4064000"/>
          </a:xfrm>
          <a:prstGeom prst="roundRect">
            <a:avLst>
              <a:gd name="adj" fmla="val 0"/>
            </a:avLst>
          </a:prstGeom>
          <a:solidFill>
            <a:srgbClr val="64646E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86000" y="4064000"/>
            <a:ext cx="7366000" cy="25400"/>
          </a:xfrm>
          <a:prstGeom prst="roundRect">
            <a:avLst>
              <a:gd name="adj" fmla="val 0"/>
            </a:avLst>
          </a:prstGeom>
          <a:solidFill>
            <a:srgbClr val="64646E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0000"/>
          </a:blip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15240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475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0">
                <a:solidFill>
                  <a:srgbClr val="D20A2E">
                    <a:alpha val="50196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"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032000" y="2286000"/>
            <a:ext cx="812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true" strike="noStrike" u="none" sz="3200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is a standout quote layout. Use it to emphasize a customer testimonial, a visionary statement, or a key thesis.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4445000"/>
            <a:ext cx="762000" cy="50800"/>
          </a:xfrm>
          <a:prstGeom prst="roundRect">
            <a:avLst>
              <a:gd name="adj" fmla="val 0"/>
            </a:avLst>
          </a:prstGeom>
          <a:solidFill>
            <a:srgbClr val="D20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032000" y="4826000"/>
            <a:ext cx="812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C9C9CF"/>
                </a:solidFill>
                <a:latin typeface="Bebas Neue"/>
                <a:ea typeface="Bebas Neue"/>
                <a:cs typeface="Bebas Neue"/>
                <a:sym typeface="Bebas Neue"/>
              </a:rPr>
              <a:t>AUTHOR NAME / DESIGNATION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0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91" r="391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794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85000" lnSpcReduction="1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6400">
                <a:solidFill>
                  <a:srgbClr val="F2F2F2"/>
                </a:solidFill>
                <a:latin typeface="Bebas Neue"/>
                <a:ea typeface="Bebas Neue"/>
                <a:cs typeface="Bebas Neue"/>
                <a:sym typeface="Bebas Neue"/>
              </a:rPr>
              <a:t>THANK YOU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810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20A2E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 &amp; ANSWERS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